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hudukala thapaswini" userId="ed9169c15f7479e9" providerId="LiveId" clId="{C72FA38E-4BC4-4C68-B99C-EC9ED7BB71CE}"/>
    <pc:docChg chg="undo custSel modSld">
      <pc:chgData name="dhudukala thapaswini" userId="ed9169c15f7479e9" providerId="LiveId" clId="{C72FA38E-4BC4-4C68-B99C-EC9ED7BB71CE}" dt="2026-06-02T12:32:18.337" v="37" actId="20577"/>
      <pc:docMkLst>
        <pc:docMk/>
      </pc:docMkLst>
      <pc:sldChg chg="modSp mod">
        <pc:chgData name="dhudukala thapaswini" userId="ed9169c15f7479e9" providerId="LiveId" clId="{C72FA38E-4BC4-4C68-B99C-EC9ED7BB71CE}" dt="2026-06-02T12:32:18.337" v="37" actId="20577"/>
        <pc:sldMkLst>
          <pc:docMk/>
          <pc:sldMk cId="519298523" sldId="256"/>
        </pc:sldMkLst>
        <pc:spChg chg="mod">
          <ac:chgData name="dhudukala thapaswini" userId="ed9169c15f7479e9" providerId="LiveId" clId="{C72FA38E-4BC4-4C68-B99C-EC9ED7BB71CE}" dt="2026-06-02T12:32:18.337" v="37" actId="20577"/>
          <ac:spMkLst>
            <pc:docMk/>
            <pc:sldMk cId="519298523" sldId="256"/>
            <ac:spMk id="3" creationId="{E62E6E21-D5DE-0ECF-251A-281217652187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5A308-50E2-9902-5EBD-B9DA86BD74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EF21F3-57D1-6C11-A7B3-E3EE58C9AC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19F79C-42B2-ED10-5EF3-72879D119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EFB5B-BBA3-4320-9FC9-36E24FED1161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7A41F3-7629-9CE1-D1E2-6FC824F3A4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53A496-2E11-7414-2FFD-A192868F4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99D4F-6B14-4BDA-AC70-BAADB7C202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34385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98B13-F8ED-CC4C-3090-1AA07D566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704DAC-3D43-7E29-04BE-54D43C4495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38252D-B781-547B-739E-259C3DAC16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EFB5B-BBA3-4320-9FC9-36E24FED1161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76FC0B-C6DC-70A4-B0E2-0E5702B73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4F78AE-C20D-6DB7-3636-DB4C53EBA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99D4F-6B14-4BDA-AC70-BAADB7C202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28427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4C0DB-8C17-9AD6-E5EB-2B5DEA869E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3E7221-D7CB-EEAA-C885-9ADEED2C07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EDF620-4864-491F-AA10-03C291F64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EFB5B-BBA3-4320-9FC9-36E24FED1161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67586E-8FEB-AABF-3EA3-CF15389CB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7609D0-F2E3-96BB-FBF2-82258E53E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99D4F-6B14-4BDA-AC70-BAADB7C202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4048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46685-AB82-A839-E3BD-3F94A9C72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FE89B8-3414-6D1A-20DA-36BE5FEE1B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7E90E4-11F9-96B1-7016-B36F3A7630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8D036D-E7C0-BF2B-F4DF-37F8318858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EFB5B-BBA3-4320-9FC9-36E24FED1161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F0D40D-5987-2683-4423-74B8807AB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990D02-D1ED-BD37-1D1D-3379D7794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99D4F-6B14-4BDA-AC70-BAADB7C202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0649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0DB1D-CC79-6AD2-571A-382039F0A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20F95B-AE3B-C260-FE2D-DBDA101EC5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7A03FA-C5D1-D9E1-EA36-6DA8B9CD01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169915-0B06-6F45-0893-2EA0896977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07C9C4-46D5-8FE4-E08A-7D3EFBFF72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F975F18-775B-8DDC-F835-FD35C2AF0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EFB5B-BBA3-4320-9FC9-36E24FED1161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71B8D5-9FA6-4AD2-B140-6F2DE65DA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8E4C7A-F449-2ED7-972B-48CD0A3A6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99D4F-6B14-4BDA-AC70-BAADB7C202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1324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4962C-F988-A85F-A553-27E00B5AF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B921EB-3B62-C136-40B1-ACA3C44AD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EFB5B-BBA3-4320-9FC9-36E24FED1161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713F2E-F60E-208C-876A-2ABDFAC6F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7AAF3D-3EDF-FD46-5762-2F3F7ABB7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99D4F-6B14-4BDA-AC70-BAADB7C202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3811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7A4EEC-E498-17FE-17F0-8861F1A893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EFB5B-BBA3-4320-9FC9-36E24FED1161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D29145-A418-CCD1-FA34-22BAFD752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C97256-51BC-3F43-16F6-5BEE50AAF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99D4F-6B14-4BDA-AC70-BAADB7C202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6340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EC8D7-17FE-4350-CDFB-F43F15749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5CFB6C-994D-EE64-2E2E-130449585F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549799-F225-95B0-90F9-C8315E8049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EB4FE6-BDB7-02C5-85B3-F6A65A5711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EFB5B-BBA3-4320-9FC9-36E24FED1161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C6F069-5962-3D56-239C-F89655D18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10F526-3765-BDB3-BD9A-3D2B040AE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99D4F-6B14-4BDA-AC70-BAADB7C202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42281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C5FD2-8C86-4291-F162-E93E293C9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5658387-EFD4-524B-B2BC-7954C9E8A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0C86AD-1567-80AC-32C9-BAA06990C4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9AF8A9-C1EA-CA37-40E9-A323DFE30B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EFB5B-BBA3-4320-9FC9-36E24FED1161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8CB11F-A63F-C246-E13F-66952EBEB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78D619-B621-4219-6A0E-576885379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99D4F-6B14-4BDA-AC70-BAADB7C202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46354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14854-D18B-83CB-3B2D-C3BE2FA4A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30B2E8-4DC1-ED9F-E964-3FE58A8AA0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7FF610-95B9-B8DF-C844-5D9D7C976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EFB5B-BBA3-4320-9FC9-36E24FED1161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784595-E971-7C33-6916-DAFFC592D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8BCD7A-6BDD-7320-0470-E5E8AD7A0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99D4F-6B14-4BDA-AC70-BAADB7C202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5722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9C0936F-6DEC-EB1F-F8AB-3F3933533F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ACAC42-AE7E-BFA5-B9CE-35FA6BD4D3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158793-EA66-7996-612F-17350A44A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EFB5B-BBA3-4320-9FC9-36E24FED1161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FE348A-532D-A780-003D-D885A14FC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4EF24F-B594-4CA2-1B44-619011006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99D4F-6B14-4BDA-AC70-BAADB7C202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09672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CEFBB2-2204-BFAF-6E6C-62F207D4EB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BAC8AB-B589-2474-3218-43C89C285D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62255E-0C8C-3164-87FC-B112E5D72C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DEFB5B-BBA3-4320-9FC9-36E24FED1161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C57E76-62D1-2A65-CE75-F2A2D715EC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7C4393-54B5-42C0-5F45-0CB662DFA3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E99D4F-6B14-4BDA-AC70-BAADB7C202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8635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6E8CF-3B81-4898-CF80-D46D3A15399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/>
              <a:t>Data Analyst Internship Portfolio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2E6E21-D5DE-0ECF-251A-28121765218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                                                                                         </a:t>
            </a:r>
          </a:p>
          <a:p>
            <a:r>
              <a:rPr lang="en-IN" dirty="0"/>
              <a:t>                                                                                         Presented By</a:t>
            </a:r>
          </a:p>
          <a:p>
            <a:r>
              <a:rPr lang="en-IN" dirty="0"/>
              <a:t>                                                                                          Dhudukala Thapaswini</a:t>
            </a:r>
          </a:p>
        </p:txBody>
      </p:sp>
    </p:spTree>
    <p:extLst>
      <p:ext uri="{BB962C8B-B14F-4D97-AF65-F5344CB8AC3E}">
        <p14:creationId xmlns:p14="http://schemas.microsoft.com/office/powerpoint/2010/main" val="5192985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CA3C4-3C5B-779C-B493-8C4BFAEB5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98436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About Me: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4B34A2-5E86-B8ED-11A7-04277D65BB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63562"/>
            <a:ext cx="10515600" cy="56043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Name : </a:t>
            </a:r>
            <a:r>
              <a:rPr lang="en-IN" dirty="0"/>
              <a:t>Dhudukala Thapaswini</a:t>
            </a:r>
          </a:p>
          <a:p>
            <a:pPr marL="0" indent="0">
              <a:buNone/>
            </a:pPr>
            <a:r>
              <a:rPr lang="en-IN" b="1" dirty="0"/>
              <a:t>Education:</a:t>
            </a:r>
          </a:p>
          <a:p>
            <a:r>
              <a:rPr lang="en-IN" dirty="0"/>
              <a:t>Pursuing </a:t>
            </a:r>
            <a:r>
              <a:rPr lang="en-IN" dirty="0" err="1"/>
              <a:t>B.Tech</a:t>
            </a:r>
            <a:r>
              <a:rPr lang="en-IN" dirty="0"/>
              <a:t> in Computer Science Engineering.</a:t>
            </a:r>
          </a:p>
          <a:p>
            <a:r>
              <a:rPr lang="en-IN" dirty="0"/>
              <a:t>Passionate about Data Analytics, Data Science, and Technology.</a:t>
            </a:r>
          </a:p>
          <a:p>
            <a:pPr marL="0" indent="0">
              <a:buNone/>
            </a:pPr>
            <a:r>
              <a:rPr lang="en-IN" b="1" dirty="0"/>
              <a:t>Skills:</a:t>
            </a:r>
          </a:p>
          <a:p>
            <a:r>
              <a:rPr lang="en-IN" dirty="0"/>
              <a:t>Python ,Pandas, Power BI, Statistics, Data Visualization, Data Storytelling, GitHub.</a:t>
            </a:r>
          </a:p>
          <a:p>
            <a:pPr marL="0" indent="0">
              <a:buNone/>
            </a:pPr>
            <a:r>
              <a:rPr lang="en-IN" b="1" dirty="0"/>
              <a:t>Carrer Goals:</a:t>
            </a:r>
          </a:p>
          <a:p>
            <a:pPr marL="0" indent="0">
              <a:buNone/>
            </a:pPr>
            <a:r>
              <a:rPr lang="en-IN" dirty="0"/>
              <a:t>To build a successful career as a Data Analyst by leveraging data-driven insights to solve business problems, support decision-making, and continuously enhance my analytical and technical skills.</a:t>
            </a:r>
          </a:p>
          <a:p>
            <a:pPr marL="0" indent="0">
              <a:buNone/>
            </a:pP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4455650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6C8D39-4ED8-D5C6-2B97-0A0DA4B35F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8101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Internship Overview: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1774F8-2184-BD45-E8EF-E002E3700C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83226"/>
            <a:ext cx="10515600" cy="550964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b="1" dirty="0"/>
              <a:t>Internship Objective:</a:t>
            </a:r>
            <a:br>
              <a:rPr lang="en-IN" dirty="0"/>
            </a:br>
            <a:r>
              <a:rPr lang="en-IN" dirty="0"/>
              <a:t>To gain hands-on experience in Data Analytics by working on real-world datasets and applying analytical techniques to derive meaningful business insights.</a:t>
            </a:r>
          </a:p>
          <a:p>
            <a:pPr marL="0" indent="0">
              <a:buNone/>
            </a:pPr>
            <a:r>
              <a:rPr lang="en-IN" b="1" dirty="0"/>
              <a:t>Projects Completed:</a:t>
            </a:r>
            <a:endParaRPr lang="en-IN" dirty="0"/>
          </a:p>
          <a:p>
            <a:r>
              <a:rPr lang="en-IN" dirty="0"/>
              <a:t>Data Cleaning &amp; Preparation </a:t>
            </a:r>
          </a:p>
          <a:p>
            <a:r>
              <a:rPr lang="en-IN" dirty="0"/>
              <a:t>Exploratory Data Analysis (EDA) </a:t>
            </a:r>
          </a:p>
          <a:p>
            <a:r>
              <a:rPr lang="en-IN" dirty="0"/>
              <a:t>Power BI Dashboard Development </a:t>
            </a:r>
          </a:p>
          <a:p>
            <a:r>
              <a:rPr lang="en-IN" dirty="0"/>
              <a:t>Data Storytelling &amp; Statistical Validation </a:t>
            </a:r>
          </a:p>
          <a:p>
            <a:pPr marL="0" indent="0">
              <a:buNone/>
            </a:pPr>
            <a:r>
              <a:rPr lang="en-IN" b="1" dirty="0"/>
              <a:t>Tools &amp; Technologies Used:</a:t>
            </a:r>
            <a:endParaRPr lang="en-IN" dirty="0"/>
          </a:p>
          <a:p>
            <a:r>
              <a:rPr lang="en-IN" dirty="0"/>
              <a:t>Python </a:t>
            </a:r>
          </a:p>
          <a:p>
            <a:r>
              <a:rPr lang="en-IN" dirty="0"/>
              <a:t>Pandas </a:t>
            </a:r>
          </a:p>
          <a:p>
            <a:r>
              <a:rPr lang="en-IN" dirty="0"/>
              <a:t>NumPy 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405241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81A19E09-F778-6B46-6DD0-7812BC63AD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60388"/>
            <a:ext cx="10515600" cy="5616575"/>
          </a:xfrm>
        </p:spPr>
        <p:txBody>
          <a:bodyPr/>
          <a:lstStyle/>
          <a:p>
            <a:r>
              <a:rPr lang="en-IN" dirty="0"/>
              <a:t>Matplotlib </a:t>
            </a:r>
          </a:p>
          <a:p>
            <a:r>
              <a:rPr lang="en-IN" dirty="0"/>
              <a:t>Seaborn </a:t>
            </a:r>
          </a:p>
          <a:p>
            <a:r>
              <a:rPr lang="en-IN" dirty="0"/>
              <a:t>Power BI </a:t>
            </a:r>
          </a:p>
          <a:p>
            <a:r>
              <a:rPr lang="en-IN" dirty="0"/>
              <a:t>Excel </a:t>
            </a:r>
          </a:p>
          <a:p>
            <a:r>
              <a:rPr lang="en-IN" dirty="0"/>
              <a:t>GitHub </a:t>
            </a:r>
          </a:p>
          <a:p>
            <a:pPr marL="0" indent="0">
              <a:buNone/>
            </a:pPr>
            <a:r>
              <a:rPr lang="en-IN" b="1" dirty="0"/>
              <a:t>Key Outcomes:</a:t>
            </a:r>
            <a:endParaRPr lang="en-IN" dirty="0"/>
          </a:p>
          <a:p>
            <a:r>
              <a:rPr lang="en-IN" dirty="0"/>
              <a:t>Cleaned and prepared datasets for analysis. </a:t>
            </a:r>
          </a:p>
          <a:p>
            <a:r>
              <a:rPr lang="en-IN" dirty="0"/>
              <a:t>Identified trends and patterns through EDA. </a:t>
            </a:r>
          </a:p>
          <a:p>
            <a:r>
              <a:rPr lang="en-IN" dirty="0"/>
              <a:t>Developed interactive dashboards in Power BI. </a:t>
            </a:r>
          </a:p>
          <a:p>
            <a:r>
              <a:rPr lang="en-IN" dirty="0"/>
              <a:t>Applied statistical validation techniques. </a:t>
            </a:r>
          </a:p>
          <a:p>
            <a:r>
              <a:rPr lang="en-IN" dirty="0"/>
              <a:t>Presented insights through data storytelling. 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677087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497318-22A6-4C96-20F7-BD154BE1A5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01445"/>
            <a:ext cx="10515600" cy="5675518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Skills Developed:</a:t>
            </a:r>
            <a:endParaRPr lang="en-IN" dirty="0"/>
          </a:p>
          <a:p>
            <a:r>
              <a:rPr lang="en-IN" dirty="0"/>
              <a:t>Data Analysis </a:t>
            </a:r>
          </a:p>
          <a:p>
            <a:r>
              <a:rPr lang="en-IN" dirty="0"/>
              <a:t>Data Visualization </a:t>
            </a:r>
          </a:p>
          <a:p>
            <a:r>
              <a:rPr lang="en-IN" dirty="0"/>
              <a:t>Dashboard Design </a:t>
            </a:r>
          </a:p>
          <a:p>
            <a:r>
              <a:rPr lang="en-IN" dirty="0"/>
              <a:t>Statistical Analysis </a:t>
            </a:r>
          </a:p>
          <a:p>
            <a:r>
              <a:rPr lang="en-IN" dirty="0"/>
              <a:t>Problem Solving </a:t>
            </a:r>
          </a:p>
          <a:p>
            <a:r>
              <a:rPr lang="en-IN" dirty="0"/>
              <a:t>Business Insight Generation 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298370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0108C-BA3B-2421-A19B-AEB8099BEE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8312"/>
            <a:ext cx="10515600" cy="716423"/>
          </a:xfrm>
        </p:spPr>
        <p:txBody>
          <a:bodyPr/>
          <a:lstStyle/>
          <a:p>
            <a:r>
              <a:rPr lang="en-IN" b="1" dirty="0"/>
              <a:t>Project-1 Summary: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82697F-260C-8819-D04B-4BA96A8CA3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894734"/>
            <a:ext cx="10626213" cy="5643718"/>
          </a:xfrm>
        </p:spPr>
        <p:txBody>
          <a:bodyPr>
            <a:normAutofit fontScale="250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IN" sz="8600" b="1" dirty="0"/>
              <a:t>Objective:</a:t>
            </a:r>
            <a:br>
              <a:rPr lang="en-IN" sz="8600" dirty="0"/>
            </a:br>
            <a:r>
              <a:rPr lang="en-IN" sz="8600" dirty="0"/>
              <a:t>To understand the dataset and prepare high-quality, analysis-ready data by identifying and resolving data quality issues.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N" sz="8600" b="1" dirty="0"/>
              <a:t>Key Activities:</a:t>
            </a:r>
            <a:br>
              <a:rPr lang="en-IN" sz="8600" dirty="0"/>
            </a:br>
            <a:r>
              <a:rPr lang="en-IN" sz="8600" dirty="0"/>
              <a:t>• Explored the dataset and created a data dictionary to understand variables and their business relevance.</a:t>
            </a:r>
            <a:br>
              <a:rPr lang="en-IN" sz="8600" dirty="0"/>
            </a:br>
            <a:r>
              <a:rPr lang="en-IN" sz="8600" dirty="0"/>
              <a:t>• Assessed data quality by identifying missing values, duplicates, inconsistent formats, and outliers.</a:t>
            </a:r>
            <a:br>
              <a:rPr lang="en-IN" sz="8600" dirty="0"/>
            </a:br>
            <a:r>
              <a:rPr lang="en-IN" sz="8600" dirty="0"/>
              <a:t>• Cleaned and transformed the data using Python (Pandas).</a:t>
            </a:r>
            <a:br>
              <a:rPr lang="en-IN" sz="8600" dirty="0"/>
            </a:br>
            <a:r>
              <a:rPr lang="en-IN" sz="8600" dirty="0"/>
              <a:t>• Standardized formats, handled missing data, and performed feature engineering.</a:t>
            </a:r>
            <a:br>
              <a:rPr lang="en-IN" sz="8600" dirty="0"/>
            </a:br>
            <a:r>
              <a:rPr lang="en-IN" sz="8600" dirty="0"/>
              <a:t>• Generated a final cleaned dataset ready for analysis.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N" sz="8600" b="1" dirty="0"/>
              <a:t>Tools Used:</a:t>
            </a:r>
            <a:br>
              <a:rPr lang="en-IN" sz="8600" dirty="0"/>
            </a:br>
            <a:r>
              <a:rPr lang="en-IN" sz="8600" dirty="0"/>
              <a:t>Python, Pandas, </a:t>
            </a:r>
            <a:r>
              <a:rPr lang="en-IN" sz="8600" dirty="0" err="1"/>
              <a:t>Jupyter</a:t>
            </a:r>
            <a:r>
              <a:rPr lang="en-IN" sz="8600" dirty="0"/>
              <a:t> Notebook, GitHub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N" sz="8600" b="1" dirty="0"/>
              <a:t>Outcome:</a:t>
            </a:r>
            <a:br>
              <a:rPr lang="en-IN" sz="8600" dirty="0"/>
            </a:br>
            <a:r>
              <a:rPr lang="en-IN" sz="8600" dirty="0"/>
              <a:t>Successfully transformed raw data into a structured, reliable dataset, providing a strong foundation for further analysis and visualization.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098868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B0B71-14C7-1D9A-B384-F688989C6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6971"/>
            <a:ext cx="10515600" cy="647598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Project-2 Summary: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1ADD87-E400-6654-820B-F2CC50F7CE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16307"/>
            <a:ext cx="10515600" cy="5584722"/>
          </a:xfrm>
        </p:spPr>
        <p:txBody>
          <a:bodyPr>
            <a:normAutofit fontScale="775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IN" b="1" dirty="0"/>
              <a:t>Objective:</a:t>
            </a:r>
            <a:br>
              <a:rPr lang="en-IN" dirty="0"/>
            </a:br>
            <a:r>
              <a:rPr lang="en-IN" dirty="0"/>
              <a:t>To uncover patterns, trends, and relationships within the data and develop SQL skills for data extraction, analysis, and business decision-making.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N" b="1" dirty="0"/>
              <a:t>Key Activities:</a:t>
            </a:r>
            <a:br>
              <a:rPr lang="en-IN" dirty="0"/>
            </a:br>
            <a:r>
              <a:rPr lang="en-IN" dirty="0"/>
              <a:t>• Performed descriptive statistics and univariate analysis to understand data distributions.</a:t>
            </a:r>
            <a:br>
              <a:rPr lang="en-IN" dirty="0"/>
            </a:br>
            <a:r>
              <a:rPr lang="en-IN" dirty="0"/>
              <a:t>• Created visualizations such as histograms and bar charts to identify trends and patterns.</a:t>
            </a:r>
            <a:br>
              <a:rPr lang="en-IN" dirty="0"/>
            </a:br>
            <a:r>
              <a:rPr lang="en-IN" dirty="0"/>
              <a:t>• Wrote SQL queries to answer key business questions using filtering, aggregation, and joins.</a:t>
            </a:r>
            <a:br>
              <a:rPr lang="en-IN" dirty="0"/>
            </a:br>
            <a:r>
              <a:rPr lang="en-IN" dirty="0"/>
              <a:t>• Conducted multivariate analysis using scatter plots, heatmaps, and correlation analysis.</a:t>
            </a:r>
            <a:br>
              <a:rPr lang="en-IN" dirty="0"/>
            </a:br>
            <a:r>
              <a:rPr lang="en-IN" dirty="0"/>
              <a:t>• Designed a static dashboard mock-up highlighting key performance indicators (KPIs).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N" b="1" dirty="0"/>
              <a:t>Tools Used:</a:t>
            </a:r>
            <a:br>
              <a:rPr lang="en-IN" dirty="0"/>
            </a:br>
            <a:r>
              <a:rPr lang="en-IN" dirty="0"/>
              <a:t>Python, Pandas, SQL, Matplotlib, Seaborn, Excel, GitHub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N" b="1" dirty="0"/>
              <a:t>Outcome:</a:t>
            </a:r>
            <a:br>
              <a:rPr lang="en-IN" dirty="0"/>
            </a:br>
            <a:r>
              <a:rPr lang="en-IN" dirty="0"/>
              <a:t>Discovered valuable business insights, identified relationships between variables, and developed data-driven recommendations through EDA and SQL analysis.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879578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59922-995B-61AC-11FC-C4CFCF2FF7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7977"/>
            <a:ext cx="10515600" cy="618101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Project-3 Summary: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781EC5-9927-4D99-19BD-7A5C875D15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16078"/>
            <a:ext cx="10515600" cy="5692877"/>
          </a:xfrm>
        </p:spPr>
        <p:txBody>
          <a:bodyPr>
            <a:normAutofit fontScale="775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IN" b="1" dirty="0"/>
              <a:t>Objective:</a:t>
            </a:r>
            <a:br>
              <a:rPr lang="en-IN" dirty="0"/>
            </a:br>
            <a:r>
              <a:rPr lang="en-IN" dirty="0"/>
              <a:t>To solve complex business problems through in-depth analysis and develop an interactive dashboard for effective decision-making.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N" b="1" dirty="0"/>
              <a:t>Key Activities:</a:t>
            </a:r>
            <a:br>
              <a:rPr lang="en-IN" dirty="0"/>
            </a:br>
            <a:r>
              <a:rPr lang="en-IN" dirty="0"/>
              <a:t>• Defined key business KPIs and their significance for performance tracking.</a:t>
            </a:r>
            <a:br>
              <a:rPr lang="en-IN" dirty="0"/>
            </a:br>
            <a:r>
              <a:rPr lang="en-IN" dirty="0"/>
              <a:t>• Conducted a deep-dive analysis focusing on customer segmentation and business performance.</a:t>
            </a:r>
            <a:br>
              <a:rPr lang="en-IN" dirty="0"/>
            </a:br>
            <a:r>
              <a:rPr lang="en-IN" dirty="0"/>
              <a:t>• </a:t>
            </a:r>
            <a:r>
              <a:rPr lang="en-IN" dirty="0" err="1"/>
              <a:t>Analyzed</a:t>
            </a:r>
            <a:r>
              <a:rPr lang="en-IN" dirty="0"/>
              <a:t> customer </a:t>
            </a:r>
            <a:r>
              <a:rPr lang="en-IN" dirty="0" err="1"/>
              <a:t>behavior</a:t>
            </a:r>
            <a:r>
              <a:rPr lang="en-IN" dirty="0"/>
              <a:t>, purchasing patterns, and key business metrics.</a:t>
            </a:r>
            <a:br>
              <a:rPr lang="en-IN" dirty="0"/>
            </a:br>
            <a:r>
              <a:rPr lang="en-IN" dirty="0"/>
              <a:t>• Created interactive visualizations to explore trends and insights.</a:t>
            </a:r>
            <a:br>
              <a:rPr lang="en-IN" dirty="0"/>
            </a:br>
            <a:r>
              <a:rPr lang="en-IN" dirty="0"/>
              <a:t>• Built a Power BI dashboard with filters, slicers, and KPI cards for dynamic analysis.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N" b="1" dirty="0"/>
              <a:t>Tools Used:</a:t>
            </a:r>
            <a:br>
              <a:rPr lang="en-IN" dirty="0"/>
            </a:br>
            <a:r>
              <a:rPr lang="en-IN" dirty="0"/>
              <a:t>Power BI, Python, Pandas, Excel, GitHub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N" b="1" dirty="0"/>
              <a:t>Outcome:</a:t>
            </a:r>
            <a:br>
              <a:rPr lang="en-IN" dirty="0"/>
            </a:br>
            <a:r>
              <a:rPr lang="en-IN" dirty="0"/>
              <a:t>Developed an interactive dashboard that enabled users to monitor KPIs, explore business insights, and make data-driven decisions efficiently.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005111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16309-7767-CD04-1DEE-68A78D80A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8145"/>
            <a:ext cx="10515600" cy="677094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Project-4 Summary: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E01078-D85F-F93E-0E42-D18EAF05E1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65239"/>
            <a:ext cx="10515600" cy="5584722"/>
          </a:xfrm>
        </p:spPr>
        <p:txBody>
          <a:bodyPr>
            <a:normAutofit fontScale="700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IN" b="1" dirty="0"/>
              <a:t>Objective:</a:t>
            </a:r>
            <a:br>
              <a:rPr lang="en-IN" dirty="0"/>
            </a:br>
            <a:r>
              <a:rPr lang="en-IN" dirty="0"/>
              <a:t>To transform analytical findings into a compelling business story and validate key insights using statistical methods.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N" b="1" dirty="0"/>
              <a:t>Key Activities:</a:t>
            </a:r>
            <a:br>
              <a:rPr lang="en-IN" dirty="0"/>
            </a:br>
            <a:r>
              <a:rPr lang="en-IN" dirty="0"/>
              <a:t>• Combined insights from data cleaning, EDA, and dashboard analysis into a cohesive business narrative.</a:t>
            </a:r>
            <a:br>
              <a:rPr lang="en-IN" dirty="0"/>
            </a:br>
            <a:r>
              <a:rPr lang="en-IN" dirty="0"/>
              <a:t>• Structured findings with a clear objective, analysis, conclusions, and actionable recommendations.</a:t>
            </a:r>
            <a:br>
              <a:rPr lang="en-IN" dirty="0"/>
            </a:br>
            <a:r>
              <a:rPr lang="en-IN" dirty="0"/>
              <a:t>• Developed a professional presentation highlighting business impact and key insights.</a:t>
            </a:r>
            <a:br>
              <a:rPr lang="en-IN" dirty="0"/>
            </a:br>
            <a:r>
              <a:rPr lang="en-IN" dirty="0"/>
              <a:t>• Formulated a business hypothesis and conducted statistical testing.</a:t>
            </a:r>
            <a:br>
              <a:rPr lang="en-IN" dirty="0"/>
            </a:br>
            <a:r>
              <a:rPr lang="en-IN" dirty="0"/>
              <a:t>• Interpreted p-values and test results to validate findings and support decision-making.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N" b="1" dirty="0"/>
              <a:t>Tools Used:</a:t>
            </a:r>
            <a:br>
              <a:rPr lang="en-IN" dirty="0"/>
            </a:br>
            <a:r>
              <a:rPr lang="en-IN" dirty="0"/>
              <a:t>Python, Power BI, Pandas, SciPy, PowerPoint, GitHub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N" b="1" dirty="0"/>
              <a:t>Outcome:</a:t>
            </a:r>
            <a:br>
              <a:rPr lang="en-IN" dirty="0"/>
            </a:br>
            <a:r>
              <a:rPr lang="en-IN" dirty="0"/>
              <a:t>Successfully communicated data-driven insights through storytelling and validated key business findings using statistical analysis, enabling confident and evidence-based recommendations.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79638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1FABD-3EED-6101-F575-3974A5294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73740"/>
          </a:xfrm>
        </p:spPr>
        <p:txBody>
          <a:bodyPr/>
          <a:lstStyle/>
          <a:p>
            <a:r>
              <a:rPr lang="en-IN" b="1" dirty="0"/>
              <a:t>Key Insights: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F3C4E3-6959-132D-C2B0-62C0599D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38866"/>
            <a:ext cx="10515600" cy="5254008"/>
          </a:xfrm>
        </p:spPr>
        <p:txBody>
          <a:bodyPr>
            <a:normAutofit fontScale="85000" lnSpcReduction="20000"/>
          </a:bodyPr>
          <a:lstStyle/>
          <a:p>
            <a:r>
              <a:rPr lang="en-IN" dirty="0"/>
              <a:t>Clean and well-structured data significantly improves the accuracy of analysis and reporting. </a:t>
            </a:r>
          </a:p>
          <a:p>
            <a:r>
              <a:rPr lang="en-IN" dirty="0"/>
              <a:t>Exploratory Data Analysis helped identify important trends, patterns, and customer </a:t>
            </a:r>
            <a:r>
              <a:rPr lang="en-IN" dirty="0" err="1"/>
              <a:t>behavior</a:t>
            </a:r>
            <a:r>
              <a:rPr lang="en-IN" dirty="0"/>
              <a:t>. </a:t>
            </a:r>
          </a:p>
          <a:p>
            <a:r>
              <a:rPr lang="en-IN" dirty="0"/>
              <a:t>SQL queries enabled efficient extraction of business-critical information from large datasets. </a:t>
            </a:r>
          </a:p>
          <a:p>
            <a:r>
              <a:rPr lang="en-IN" dirty="0"/>
              <a:t>Interactive Power BI dashboards improved KPI monitoring and data-driven decision-making. </a:t>
            </a:r>
          </a:p>
          <a:p>
            <a:r>
              <a:rPr lang="en-IN" dirty="0"/>
              <a:t>Customer segmentation revealed distinct customer groups with different purchasing </a:t>
            </a:r>
            <a:r>
              <a:rPr lang="en-IN" dirty="0" err="1"/>
              <a:t>behaviors</a:t>
            </a:r>
            <a:r>
              <a:rPr lang="en-IN" dirty="0"/>
              <a:t>. </a:t>
            </a:r>
          </a:p>
          <a:p>
            <a:r>
              <a:rPr lang="en-IN" dirty="0"/>
              <a:t>Statistical validation increased confidence in analytical findings and business recommendations.</a:t>
            </a:r>
          </a:p>
          <a:p>
            <a:r>
              <a:rPr lang="en-IN" dirty="0"/>
              <a:t>Data storytelling transformed complex analytical results into clear and actionable insights. </a:t>
            </a:r>
          </a:p>
          <a:p>
            <a:r>
              <a:rPr lang="en-IN" dirty="0"/>
              <a:t>Combining analytics, visualization, and statistics helps organizations make informed business decisions.</a:t>
            </a:r>
          </a:p>
        </p:txBody>
      </p:sp>
    </p:spTree>
    <p:extLst>
      <p:ext uri="{BB962C8B-B14F-4D97-AF65-F5344CB8AC3E}">
        <p14:creationId xmlns:p14="http://schemas.microsoft.com/office/powerpoint/2010/main" val="19474095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05793-058C-FE11-E604-F0CFB2216E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24578"/>
          </a:xfrm>
        </p:spPr>
        <p:txBody>
          <a:bodyPr/>
          <a:lstStyle/>
          <a:p>
            <a:r>
              <a:rPr lang="en-IN" b="1" dirty="0"/>
              <a:t>Skills Learned: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E7C838-5C80-F1C8-AADA-326C4A70E9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0"/>
            <a:ext cx="10515600" cy="5009817"/>
          </a:xfrm>
        </p:spPr>
        <p:txBody>
          <a:bodyPr>
            <a:normAutofit lnSpcReduction="10000"/>
          </a:bodyPr>
          <a:lstStyle/>
          <a:p>
            <a:r>
              <a:rPr lang="en-IN" dirty="0"/>
              <a:t>Python &amp; SQL </a:t>
            </a:r>
          </a:p>
          <a:p>
            <a:r>
              <a:rPr lang="en-IN" dirty="0"/>
              <a:t>Data Cleaning and Preprocessing </a:t>
            </a:r>
          </a:p>
          <a:p>
            <a:r>
              <a:rPr lang="en-IN" dirty="0"/>
              <a:t>Exploratory Data Analysis (EDA) </a:t>
            </a:r>
          </a:p>
          <a:p>
            <a:r>
              <a:rPr lang="en-IN" dirty="0"/>
              <a:t>Data Visualization </a:t>
            </a:r>
          </a:p>
          <a:p>
            <a:r>
              <a:rPr lang="en-IN" dirty="0"/>
              <a:t>Power BI Dashboard Development </a:t>
            </a:r>
          </a:p>
          <a:p>
            <a:r>
              <a:rPr lang="en-IN" dirty="0"/>
              <a:t>Statistical Validation </a:t>
            </a:r>
          </a:p>
          <a:p>
            <a:r>
              <a:rPr lang="en-IN" dirty="0"/>
              <a:t>Data Storytelling </a:t>
            </a:r>
          </a:p>
          <a:p>
            <a:r>
              <a:rPr lang="en-IN" dirty="0"/>
              <a:t>GitHub Version Control </a:t>
            </a:r>
          </a:p>
          <a:p>
            <a:r>
              <a:rPr lang="en-IN" dirty="0"/>
              <a:t>Business Analytics </a:t>
            </a:r>
          </a:p>
          <a:p>
            <a:r>
              <a:rPr lang="en-IN" dirty="0"/>
              <a:t>Problem Solving &amp; Communication 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330848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01235-6AF6-8C9E-555C-3D649A76BA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83572"/>
          </a:xfrm>
        </p:spPr>
        <p:txBody>
          <a:bodyPr/>
          <a:lstStyle/>
          <a:p>
            <a:r>
              <a:rPr lang="en-IN" b="1" dirty="0"/>
              <a:t>Conclusion: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927726-2689-6D85-5D56-0E94C93BF0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48698"/>
            <a:ext cx="10515600" cy="4928265"/>
          </a:xfrm>
        </p:spPr>
        <p:txBody>
          <a:bodyPr/>
          <a:lstStyle/>
          <a:p>
            <a:r>
              <a:rPr lang="en-IN" dirty="0"/>
              <a:t>Successfully completed an end-to-end Data Analytics internship project. </a:t>
            </a:r>
          </a:p>
          <a:p>
            <a:r>
              <a:rPr lang="en-IN" dirty="0"/>
              <a:t>Applied data cleaning, exploratory analysis, dashboard development, and statistical validation techniques. </a:t>
            </a:r>
          </a:p>
          <a:p>
            <a:r>
              <a:rPr lang="en-IN" dirty="0"/>
              <a:t>Gained practical experience in Python, SQL, Power BI, and data visualization. </a:t>
            </a:r>
          </a:p>
          <a:p>
            <a:r>
              <a:rPr lang="en-IN" dirty="0"/>
              <a:t>Developed the ability to transform raw data into meaningful business insights. </a:t>
            </a:r>
          </a:p>
          <a:p>
            <a:r>
              <a:rPr lang="en-IN" dirty="0"/>
              <a:t>Strengthened analytical, problem-solving, and data storytelling skills. </a:t>
            </a:r>
          </a:p>
          <a:p>
            <a:r>
              <a:rPr lang="en-IN" dirty="0"/>
              <a:t>Built a strong foundation for a future career in Data Analytics. 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615818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Tech Slide Deck Template | Free PowerPoint Template">
            <a:extLst>
              <a:ext uri="{FF2B5EF4-FFF2-40B4-BE49-F238E27FC236}">
                <a16:creationId xmlns:a16="http://schemas.microsoft.com/office/drawing/2014/main" id="{75866DD1-081B-33F6-5C5C-3ADBB64C94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79637" y="1289242"/>
            <a:ext cx="8495071" cy="4279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78125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980</Words>
  <Application>Microsoft Office PowerPoint</Application>
  <PresentationFormat>Widescreen</PresentationFormat>
  <Paragraphs>89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Data Analyst Internship Portfolio</vt:lpstr>
      <vt:lpstr>About Me:</vt:lpstr>
      <vt:lpstr>Internship Overview:</vt:lpstr>
      <vt:lpstr>PowerPoint Presentation</vt:lpstr>
      <vt:lpstr>PowerPoint Presentation</vt:lpstr>
      <vt:lpstr>Project-1 Summary:</vt:lpstr>
      <vt:lpstr>Project-2 Summary:</vt:lpstr>
      <vt:lpstr>Project-3 Summary:</vt:lpstr>
      <vt:lpstr>Project-4 Summary:</vt:lpstr>
      <vt:lpstr>Key Insights:</vt:lpstr>
      <vt:lpstr>Skills Learned:</vt:lpstr>
      <vt:lpstr>Conclusion: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dhudukala thapaswini</dc:creator>
  <cp:lastModifiedBy>dhudukala thapaswini</cp:lastModifiedBy>
  <cp:revision>1</cp:revision>
  <dcterms:created xsi:type="dcterms:W3CDTF">2026-06-02T11:44:27Z</dcterms:created>
  <dcterms:modified xsi:type="dcterms:W3CDTF">2026-06-02T12:32:21Z</dcterms:modified>
</cp:coreProperties>
</file>